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1088508" r:id="rId2"/>
    <p:sldId id="258" r:id="rId3"/>
    <p:sldId id="11088510" r:id="rId4"/>
    <p:sldId id="11088511" r:id="rId5"/>
    <p:sldId id="11088512" r:id="rId6"/>
    <p:sldId id="1108851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9B5C0-0872-4ACB-BD39-527ACACE5FB5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508AA-E50F-4667-BD76-0937D7B10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2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5954A-673A-E111-584A-0623B975B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5CA549-7077-863B-A75C-26B04E09E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AF1BAA-A3ED-69D0-FD31-50234B00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46E887-3544-FB3C-AF80-7DE29941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54451-7B41-78B9-AAAE-E68253FF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74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C7E82-630B-AAB3-4595-2FED0553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44C1AF-B5D5-B6D2-E8C2-FD97B162A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18C1E-90AB-C5C3-8B01-28DACD91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4A2770-C8EE-9D08-E9F8-15E44807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9D4B4-C85F-770D-73D4-043FDC42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93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E663C-8424-49E5-88C0-16A4C0AC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00ED3E-ADC2-A83F-F074-E43AB2DB4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C77EC-CC9C-DC99-8EE2-344C78EC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18DDCE-7785-C2B4-FA99-DE4EAFF3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65797E-1877-0B2F-FDE7-489D8DA3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74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31144-31E6-2619-13FF-D3D1BE53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05AB8-7A11-E596-305E-06F42ECCC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7BCF85-41E3-13F8-DB63-011B94A74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173BC7-C72C-7333-C86F-C7F942BA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398E0C-2298-0DC3-55AE-A868E2817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E7F4AA-FD13-0608-BB05-AAEEF411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91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320E6-301F-0035-5CC6-5A56243C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C1B153-6D91-564A-E9BB-E34E5F040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67EA97-0B78-3AF4-5FDD-C555C6024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C36F30-6FC7-5C7D-1D64-BA4D3A144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6E8419-99F1-2AED-E6B0-AFA65DF36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3ECA53-1384-69B6-3BBB-CA389AD9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0E6E21-D487-EB54-76FD-30FF9154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4016DA-1702-B3D2-B1B7-0DE50710E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30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4BB1F-BCFD-BF3A-022A-302507A2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0C62E0-AEA5-B5DE-F7D1-F05EBCB0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E7667D-1B8D-4EFA-2939-3C4A4165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10C471-D29F-8723-DBDA-0EA3E36F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94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E67409-AD96-A79E-B8CA-0AAF427B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ADF144-82DE-539B-5500-25EA99DF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D10A6F-7D09-563C-B774-B8849560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3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FA825-1ECB-8016-C399-85D27AAC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0A877-0EBF-4060-7690-8DE14B6A5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5D69CA-FFDB-A9BF-5BA8-3504876D8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7991B1-1DD4-5F51-E538-842925B1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B9CDD3-72F7-B14B-BD89-A4E74B2D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3F1EB7-C20E-C004-6477-6A6DCDDF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35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5AB74-A8ED-8F87-32E7-ACC30E67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060CB8-F034-69F2-5A7E-F22149A17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419097-332E-6A25-DEFE-3CFA3E9C7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7B1FCE-E08E-C982-B52A-46F8C85F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FF2C32-D0E1-83C4-478D-A1FC786B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33ECF7-F30A-456A-26E1-BB531F7E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15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90AC0-00B0-A16D-0702-802B6A44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AF6371-4C56-9C96-9CE2-0FE97910F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1500CB-CEF6-7D71-D82C-78F33A51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3C968-87DC-CEC8-1A02-42B3F216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DDE01-B68E-14A4-3541-2A936206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50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F0FD79-B6EF-9E9F-107F-C66E0790F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E37DFA-BB8C-C2E0-65ED-238BF32CB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F38F7B-E646-CA49-8134-A7215AFF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D1F420-C712-F0B6-02FD-E134F2C8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C2EBB-76EB-0FFB-6293-6C18F2D6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795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Administrator/AppData/Local/Temp/picturecompress_20211111171154/output_1.pn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8"/>
            <a:ext cx="12192000" cy="6856094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7A351-0783-4196-B962-261C87CC0C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51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77A79C-E0A7-28FF-E7D2-60FBCC4B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2237B-E1A6-35B4-9738-78EA17416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6F82C-1A3B-7437-3208-4732EE992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EA9B8-5D94-4BCA-A6AF-02E59108E84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E8A65-9AD7-4E40-448F-233E21585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70F7FC-57A0-F253-300E-6E78B7460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BE439-F23B-4D25-BC29-934E9D5BF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56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681003" y="2097289"/>
            <a:ext cx="9147968" cy="13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</a:rPr>
              <a:t>客户端跨平台方案介绍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佳都科技集团30周年logo-20220726 - 加粗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494" y="321386"/>
            <a:ext cx="2957125" cy="470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951" y="99"/>
            <a:ext cx="4007964" cy="6857802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6" tIns="45692" rIns="91386" bIns="45692" rtlCol="0" anchor="ctr"/>
          <a:lstStyle/>
          <a:p>
            <a:pPr algn="ctr" defTabSz="1218834"/>
            <a:endParaRPr lang="en-US" sz="17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/>
          <p:cNvSpPr txBox="1"/>
          <p:nvPr/>
        </p:nvSpPr>
        <p:spPr>
          <a:xfrm>
            <a:off x="962621" y="3776560"/>
            <a:ext cx="2374958" cy="584719"/>
          </a:xfrm>
          <a:prstGeom prst="rect">
            <a:avLst/>
          </a:prstGeom>
          <a:noFill/>
        </p:spPr>
        <p:txBody>
          <a:bodyPr wrap="square" lIns="91386" tIns="45692" rIns="91386" bIns="45692" rtlCol="0">
            <a:spAutoFit/>
          </a:bodyPr>
          <a:lstStyle/>
          <a:p>
            <a:pPr algn="ctr" defTabSz="1218834"/>
            <a:r>
              <a:rPr lang="en-US" altLang="zh-CN" sz="3199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199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/>
          <p:cNvSpPr txBox="1"/>
          <p:nvPr/>
        </p:nvSpPr>
        <p:spPr>
          <a:xfrm>
            <a:off x="1068100" y="2363387"/>
            <a:ext cx="2374958" cy="851389"/>
          </a:xfrm>
          <a:prstGeom prst="rect">
            <a:avLst/>
          </a:prstGeom>
          <a:noFill/>
        </p:spPr>
        <p:txBody>
          <a:bodyPr wrap="square" lIns="91386" tIns="45692" rIns="91386" bIns="45692" rtlCol="0">
            <a:spAutoFit/>
          </a:bodyPr>
          <a:lstStyle/>
          <a:p>
            <a:pPr algn="ctr" defTabSz="1218834"/>
            <a:r>
              <a:rPr lang="zh-CN" altLang="en-US" sz="4934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2454" y="1680506"/>
            <a:ext cx="5260875" cy="491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8834"/>
            <a:r>
              <a:rPr lang="en-US" altLang="zh-CN" sz="3199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</a:t>
            </a:r>
            <a:r>
              <a:rPr lang="en-US" altLang="zh-CN" sz="3199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AvaloniaUI</a:t>
            </a:r>
            <a:endParaRPr lang="zh-CN" altLang="en-US" sz="3199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0"/>
          <p:cNvSpPr txBox="1"/>
          <p:nvPr/>
        </p:nvSpPr>
        <p:spPr>
          <a:xfrm>
            <a:off x="5932455" y="2874321"/>
            <a:ext cx="5260875" cy="491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8834"/>
            <a:r>
              <a:rPr lang="en-US" altLang="zh-CN" sz="3199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</a:t>
            </a:r>
            <a:r>
              <a:rPr lang="en-US" altLang="zh-CN" sz="3199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AvaloniaUI+Cef</a:t>
            </a:r>
            <a:r>
              <a:rPr lang="en-US" altLang="zh-CN" sz="3199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199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5968082" y="4068136"/>
            <a:ext cx="5260875" cy="49231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8834"/>
            <a:r>
              <a:rPr lang="en-US" altLang="zh-CN" sz="3199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en-US" altLang="zh-CN" sz="3199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Photino.Net</a:t>
            </a:r>
            <a:r>
              <a:rPr lang="en-US" altLang="zh-CN" sz="3199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199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485F5DB-4453-373D-8EA0-70E18A083FD5}"/>
              </a:ext>
            </a:extLst>
          </p:cNvPr>
          <p:cNvSpPr txBox="1"/>
          <p:nvPr/>
        </p:nvSpPr>
        <p:spPr>
          <a:xfrm>
            <a:off x="163285" y="125577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 err="1"/>
              <a:t>AvaloniaUI</a:t>
            </a: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ADA190-F3BF-DE97-B8AF-ACDE40B8D4AA}"/>
              </a:ext>
            </a:extLst>
          </p:cNvPr>
          <p:cNvSpPr txBox="1"/>
          <p:nvPr/>
        </p:nvSpPr>
        <p:spPr>
          <a:xfrm>
            <a:off x="163285" y="740229"/>
            <a:ext cx="11364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介绍：</a:t>
            </a:r>
            <a:r>
              <a:rPr lang="en-US" altLang="zh-CN" dirty="0"/>
              <a:t>Avalonia</a:t>
            </a:r>
            <a:r>
              <a:rPr lang="zh-CN" altLang="en-US" dirty="0"/>
              <a:t>是一个开源的跨平台</a:t>
            </a:r>
            <a:r>
              <a:rPr lang="en-US" altLang="zh-CN" dirty="0"/>
              <a:t>UI</a:t>
            </a:r>
            <a:r>
              <a:rPr lang="zh-CN" altLang="en-US" dirty="0"/>
              <a:t>框架，基于</a:t>
            </a:r>
            <a:r>
              <a:rPr lang="en-US" altLang="zh-CN" dirty="0" err="1"/>
              <a:t>.Net</a:t>
            </a:r>
            <a:r>
              <a:rPr lang="zh-CN" altLang="en-US" dirty="0"/>
              <a:t>技术栈，支持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Linux</a:t>
            </a:r>
            <a:r>
              <a:rPr lang="zh-CN" altLang="en-US" dirty="0"/>
              <a:t>、</a:t>
            </a:r>
            <a:r>
              <a:rPr lang="en-US" altLang="zh-CN" dirty="0"/>
              <a:t>macOS</a:t>
            </a:r>
            <a:r>
              <a:rPr lang="zh-CN" altLang="en-US" dirty="0"/>
              <a:t>、</a:t>
            </a:r>
            <a:r>
              <a:rPr lang="en-US" altLang="zh-CN" dirty="0"/>
              <a:t>iOS</a:t>
            </a:r>
            <a:r>
              <a:rPr lang="zh-CN" altLang="en-US" dirty="0"/>
              <a:t>、</a:t>
            </a:r>
            <a:r>
              <a:rPr lang="en-US" altLang="zh-CN" dirty="0"/>
              <a:t>Android</a:t>
            </a:r>
            <a:r>
              <a:rPr lang="zh-CN" altLang="en-US" dirty="0"/>
              <a:t>和</a:t>
            </a:r>
            <a:r>
              <a:rPr lang="en-US" altLang="zh-CN" dirty="0" err="1"/>
              <a:t>WebAssembly</a:t>
            </a:r>
            <a:r>
              <a:rPr lang="zh-CN" altLang="en-US" dirty="0"/>
              <a:t>开发平台。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B6CBFA-6975-10AA-FD72-767FBC79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86" y="1870973"/>
            <a:ext cx="7968343" cy="44532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9263B6F-4B04-2F3E-F5DD-5B7555F3D475}"/>
              </a:ext>
            </a:extLst>
          </p:cNvPr>
          <p:cNvSpPr txBox="1"/>
          <p:nvPr/>
        </p:nvSpPr>
        <p:spPr>
          <a:xfrm>
            <a:off x="163285" y="1870973"/>
            <a:ext cx="32874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、跨平台桌面应用开发（</a:t>
            </a:r>
            <a:r>
              <a:rPr lang="en-US" altLang="zh-CN" dirty="0"/>
              <a:t>UOS</a:t>
            </a:r>
            <a:r>
              <a:rPr lang="zh-CN" altLang="en-US" dirty="0"/>
              <a:t>桌面系统上验证）。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、项目结构和</a:t>
            </a:r>
            <a:r>
              <a:rPr lang="en-US" altLang="zh-CN" dirty="0"/>
              <a:t>XAML</a:t>
            </a:r>
            <a:r>
              <a:rPr lang="zh-CN" altLang="en-US" dirty="0"/>
              <a:t>语法和</a:t>
            </a:r>
            <a:r>
              <a:rPr lang="en-US" altLang="zh-CN" dirty="0"/>
              <a:t>WPF</a:t>
            </a:r>
            <a:r>
              <a:rPr lang="zh-CN" altLang="en-US" dirty="0"/>
              <a:t>框架相似，对</a:t>
            </a:r>
            <a:r>
              <a:rPr lang="en-US" altLang="zh-CN" dirty="0"/>
              <a:t>WPF</a:t>
            </a:r>
            <a:r>
              <a:rPr lang="zh-CN" altLang="en-US" dirty="0"/>
              <a:t>桌面端开发者友好。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、开发社区活跃，生态相对丰富。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、程序运行占用内存较大。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、在</a:t>
            </a:r>
            <a:r>
              <a:rPr lang="en-US" altLang="zh-CN" dirty="0"/>
              <a:t>Linux</a:t>
            </a:r>
            <a:r>
              <a:rPr lang="zh-CN" altLang="en-US" dirty="0"/>
              <a:t>系统上的适配会有一些问题，好在官方会及时修复。</a:t>
            </a:r>
          </a:p>
        </p:txBody>
      </p:sp>
    </p:spTree>
    <p:extLst>
      <p:ext uri="{BB962C8B-B14F-4D97-AF65-F5344CB8AC3E}">
        <p14:creationId xmlns:p14="http://schemas.microsoft.com/office/powerpoint/2010/main" val="3748123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2E1AE6E-3924-D2FE-2728-50DDB0F7407E}"/>
              </a:ext>
            </a:extLst>
          </p:cNvPr>
          <p:cNvSpPr txBox="1"/>
          <p:nvPr/>
        </p:nvSpPr>
        <p:spPr>
          <a:xfrm>
            <a:off x="163284" y="125577"/>
            <a:ext cx="2928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 err="1"/>
              <a:t>AvaloniaUI+Cef</a:t>
            </a:r>
            <a:endParaRPr lang="zh-CN" altLang="en-US" sz="2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69FED8-8CA6-5E87-453A-75C644C38B90}"/>
              </a:ext>
            </a:extLst>
          </p:cNvPr>
          <p:cNvSpPr txBox="1"/>
          <p:nvPr/>
        </p:nvSpPr>
        <p:spPr>
          <a:xfrm>
            <a:off x="163285" y="740229"/>
            <a:ext cx="1136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介绍：以</a:t>
            </a:r>
            <a:r>
              <a:rPr lang="en-US" altLang="zh-CN" dirty="0" err="1"/>
              <a:t>AvaloniaUI</a:t>
            </a:r>
            <a:r>
              <a:rPr lang="zh-CN" altLang="en-US" dirty="0"/>
              <a:t>作为桌面端框架，通过嵌入谷歌浏览器内核，展示网页内容。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7AAD37-C220-721A-CDE6-2A0D89E0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86" y="1719944"/>
            <a:ext cx="7685314" cy="453934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774820A-B744-80B9-5B54-BDADC4790136}"/>
              </a:ext>
            </a:extLst>
          </p:cNvPr>
          <p:cNvSpPr txBox="1"/>
          <p:nvPr/>
        </p:nvSpPr>
        <p:spPr>
          <a:xfrm>
            <a:off x="163284" y="1719944"/>
            <a:ext cx="33963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、支持跨平台应用开发，包括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Linux</a:t>
            </a:r>
            <a:r>
              <a:rPr lang="zh-CN" altLang="en-US" dirty="0"/>
              <a:t>、</a:t>
            </a:r>
            <a:r>
              <a:rPr lang="en-US" altLang="zh-CN" dirty="0"/>
              <a:t>macOS</a:t>
            </a:r>
            <a:r>
              <a:rPr lang="zh-CN" altLang="en-US" dirty="0"/>
              <a:t>。（在</a:t>
            </a:r>
            <a:r>
              <a:rPr lang="en-US" altLang="zh-CN" dirty="0"/>
              <a:t>UOS</a:t>
            </a:r>
            <a:r>
              <a:rPr lang="zh-CN" altLang="en-US" dirty="0"/>
              <a:t>系统上验证）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、不依赖操作系统浏览器，自带浏览器内核。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、客户端发布时，需打包</a:t>
            </a:r>
            <a:r>
              <a:rPr lang="en-US" altLang="zh-CN" dirty="0" err="1"/>
              <a:t>Cef</a:t>
            </a:r>
            <a:r>
              <a:rPr lang="zh-CN" altLang="en-US" dirty="0"/>
              <a:t>（大约</a:t>
            </a:r>
            <a:r>
              <a:rPr lang="en-US" altLang="zh-CN" dirty="0"/>
              <a:t>1.5G</a:t>
            </a:r>
            <a:r>
              <a:rPr lang="zh-CN" altLang="en-US" dirty="0"/>
              <a:t>），使打包程序较大。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、网页与客户端间无法相互调用，需通过第三方通信方法实现两端交互。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、无法播放视频，不支持</a:t>
            </a:r>
            <a:r>
              <a:rPr lang="en-US" altLang="zh-CN" dirty="0"/>
              <a:t>H.264</a:t>
            </a:r>
            <a:r>
              <a:rPr lang="zh-CN" altLang="en-US" dirty="0"/>
              <a:t>。（注：若要实现，需要重新编译发布</a:t>
            </a:r>
            <a:r>
              <a:rPr lang="en-US" altLang="zh-CN" dirty="0" err="1"/>
              <a:t>Cef</a:t>
            </a:r>
            <a:r>
              <a:rPr lang="zh-CN" altLang="en-US" dirty="0"/>
              <a:t>的</a:t>
            </a:r>
            <a:r>
              <a:rPr lang="en-US" altLang="zh-CN" dirty="0"/>
              <a:t>Windows</a:t>
            </a:r>
            <a:r>
              <a:rPr lang="zh-CN" altLang="en-US" dirty="0"/>
              <a:t>版和</a:t>
            </a:r>
            <a:r>
              <a:rPr lang="en-US" altLang="zh-CN" dirty="0"/>
              <a:t>Linux</a:t>
            </a:r>
            <a:r>
              <a:rPr lang="zh-CN" altLang="en-US" dirty="0"/>
              <a:t>版本）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19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7E95164-CD04-9616-4182-B1243A04EAA0}"/>
              </a:ext>
            </a:extLst>
          </p:cNvPr>
          <p:cNvSpPr txBox="1"/>
          <p:nvPr/>
        </p:nvSpPr>
        <p:spPr>
          <a:xfrm>
            <a:off x="163284" y="125577"/>
            <a:ext cx="2928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 err="1"/>
              <a:t>Photino.Net</a:t>
            </a:r>
            <a:endParaRPr lang="zh-CN" altLang="en-US" sz="24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45DD7A-F893-1425-CF2F-DB77D7B7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827" y="1517775"/>
            <a:ext cx="7654258" cy="51116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43FFA4-18DB-58F1-B42A-1A15CA28AFC9}"/>
              </a:ext>
            </a:extLst>
          </p:cNvPr>
          <p:cNvSpPr txBox="1"/>
          <p:nvPr/>
        </p:nvSpPr>
        <p:spPr>
          <a:xfrm>
            <a:off x="190500" y="721799"/>
            <a:ext cx="1181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介绍：</a:t>
            </a:r>
            <a:r>
              <a:rPr lang="en-US" altLang="zh-CN" dirty="0"/>
              <a:t>Photino</a:t>
            </a:r>
            <a:r>
              <a:rPr lang="zh-CN" altLang="en-US" dirty="0"/>
              <a:t>是一个轻量级开源框架，用于使用</a:t>
            </a:r>
            <a:r>
              <a:rPr lang="en-US" altLang="zh-CN" dirty="0"/>
              <a:t>Web UI</a:t>
            </a:r>
            <a:r>
              <a:rPr lang="zh-CN" altLang="en-US" dirty="0"/>
              <a:t>技术构建本机、跨平台桌面应用程序。该框架使用操作系统内置的基于</a:t>
            </a:r>
            <a:r>
              <a:rPr lang="en-US" altLang="zh-CN" dirty="0" err="1"/>
              <a:t>WebKit</a:t>
            </a:r>
            <a:r>
              <a:rPr lang="zh-CN" altLang="en-US" dirty="0"/>
              <a:t>的浏览器控件，适用于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macOS</a:t>
            </a:r>
            <a:r>
              <a:rPr lang="zh-CN" altLang="en-US" dirty="0"/>
              <a:t>和</a:t>
            </a:r>
            <a:r>
              <a:rPr lang="en-US" altLang="zh-CN" dirty="0"/>
              <a:t>Linux</a:t>
            </a:r>
            <a:r>
              <a:rPr lang="zh-CN" altLang="en-US" dirty="0"/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88A035-6367-7B60-B339-E8994B787F4F}"/>
              </a:ext>
            </a:extLst>
          </p:cNvPr>
          <p:cNvSpPr txBox="1"/>
          <p:nvPr/>
        </p:nvSpPr>
        <p:spPr>
          <a:xfrm>
            <a:off x="283029" y="1502688"/>
            <a:ext cx="399505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、可使用</a:t>
            </a:r>
            <a:r>
              <a:rPr lang="en-US" altLang="zh-CN" dirty="0"/>
              <a:t>C#</a:t>
            </a:r>
            <a:r>
              <a:rPr lang="zh-CN" altLang="en-US" dirty="0"/>
              <a:t>语言和</a:t>
            </a:r>
            <a:r>
              <a:rPr lang="en-US" altLang="zh-CN" dirty="0" err="1"/>
              <a:t>.Net</a:t>
            </a:r>
            <a:r>
              <a:rPr lang="zh-CN" altLang="en-US" dirty="0"/>
              <a:t>开发框架，并使用</a:t>
            </a:r>
            <a:r>
              <a:rPr lang="en-US" altLang="zh-CN" dirty="0"/>
              <a:t>Web UI</a:t>
            </a:r>
            <a:r>
              <a:rPr lang="zh-CN" altLang="en-US" dirty="0"/>
              <a:t>框架（例如</a:t>
            </a:r>
            <a:r>
              <a:rPr lang="en-US" altLang="zh-CN" dirty="0"/>
              <a:t>Vue</a:t>
            </a:r>
            <a:r>
              <a:rPr lang="zh-CN" altLang="en-US" dirty="0"/>
              <a:t>、</a:t>
            </a:r>
            <a:r>
              <a:rPr lang="en-US" altLang="zh-CN" dirty="0"/>
              <a:t>React</a:t>
            </a:r>
            <a:r>
              <a:rPr lang="zh-CN" altLang="en-US" dirty="0"/>
              <a:t>等）构建桌面应用程序。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、使用系统内置浏览器控件，使得应用程序轻量化，与</a:t>
            </a:r>
            <a:r>
              <a:rPr lang="en-US" altLang="zh-CN" dirty="0"/>
              <a:t>Electron</a:t>
            </a:r>
            <a:r>
              <a:rPr lang="zh-CN" altLang="en-US" dirty="0"/>
              <a:t>相比，</a:t>
            </a:r>
            <a:r>
              <a:rPr lang="en-US" altLang="zh-CN" dirty="0"/>
              <a:t>Photino</a:t>
            </a:r>
            <a:r>
              <a:rPr lang="zh-CN" altLang="en-US" dirty="0"/>
              <a:t>应用程序小了</a:t>
            </a:r>
            <a:r>
              <a:rPr lang="en-US" altLang="zh-CN" dirty="0"/>
              <a:t>110</a:t>
            </a:r>
            <a:r>
              <a:rPr lang="zh-CN" altLang="en-US" dirty="0"/>
              <a:t>倍，并且系统内存使用小。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、支持网页与客户端之间的回调，交互方法简单。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、支持视频播放（仅在</a:t>
            </a:r>
            <a:r>
              <a:rPr lang="en-US" altLang="zh-CN" dirty="0"/>
              <a:t>Ubuntu 20</a:t>
            </a:r>
            <a:r>
              <a:rPr lang="zh-CN" altLang="en-US" dirty="0"/>
              <a:t>系统上测试）。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、框架相对较新，社区相对不活跃，框架稳定性有待进一步验证。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Linux</a:t>
            </a:r>
            <a:r>
              <a:rPr lang="zh-CN" altLang="en-US" dirty="0"/>
              <a:t>系统适配性较差，官方只在</a:t>
            </a:r>
            <a:r>
              <a:rPr lang="en-US" altLang="zh-CN" dirty="0"/>
              <a:t>Ubuntu 18.04+</a:t>
            </a:r>
            <a:r>
              <a:rPr lang="zh-CN" altLang="en-US" dirty="0"/>
              <a:t>系统上测试过，亲测在</a:t>
            </a:r>
            <a:r>
              <a:rPr lang="en-US" altLang="zh-CN" dirty="0"/>
              <a:t>UOS</a:t>
            </a:r>
            <a:r>
              <a:rPr lang="zh-CN" altLang="en-US" dirty="0"/>
              <a:t>系统上部分功能有问题（如视频无法播放）</a:t>
            </a:r>
          </a:p>
        </p:txBody>
      </p:sp>
    </p:spTree>
    <p:extLst>
      <p:ext uri="{BB962C8B-B14F-4D97-AF65-F5344CB8AC3E}">
        <p14:creationId xmlns:p14="http://schemas.microsoft.com/office/powerpoint/2010/main" val="21305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A54AF6-F2D5-5C0A-62E5-A9DF8EC0D49E}"/>
              </a:ext>
            </a:extLst>
          </p:cNvPr>
          <p:cNvSpPr txBox="1"/>
          <p:nvPr/>
        </p:nvSpPr>
        <p:spPr>
          <a:xfrm>
            <a:off x="370114" y="251077"/>
            <a:ext cx="1480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总结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1CC1E5-A444-E999-C38F-2D1E377E71CE}"/>
              </a:ext>
            </a:extLst>
          </p:cNvPr>
          <p:cNvSpPr txBox="1"/>
          <p:nvPr/>
        </p:nvSpPr>
        <p:spPr>
          <a:xfrm>
            <a:off x="370114" y="1487269"/>
            <a:ext cx="11005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目前，除上述桌面端跨平台方案外，主流的方案还有</a:t>
            </a:r>
            <a:r>
              <a:rPr lang="en-US" altLang="zh-CN" dirty="0"/>
              <a:t>QT</a:t>
            </a:r>
            <a:r>
              <a:rPr lang="zh-CN" altLang="en-US" dirty="0"/>
              <a:t>、</a:t>
            </a:r>
            <a:r>
              <a:rPr lang="en-US" altLang="zh-CN" dirty="0"/>
              <a:t>Electron</a:t>
            </a:r>
            <a:r>
              <a:rPr lang="zh-CN" altLang="en-US" dirty="0"/>
              <a:t>、</a:t>
            </a:r>
            <a:r>
              <a:rPr lang="en-US" altLang="zh-CN" dirty="0"/>
              <a:t>Tauri</a:t>
            </a:r>
            <a:r>
              <a:rPr lang="zh-CN" altLang="en-US" dirty="0"/>
              <a:t>等。大致分为原生桌面应用框架和基于</a:t>
            </a:r>
            <a:r>
              <a:rPr lang="en-US" altLang="zh-CN" dirty="0"/>
              <a:t>Web</a:t>
            </a:r>
            <a:r>
              <a:rPr lang="zh-CN" altLang="en-US" dirty="0"/>
              <a:t>跨平台开发框架。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0EDED9-CACE-0773-2CFC-83F3CF4342E4}"/>
              </a:ext>
            </a:extLst>
          </p:cNvPr>
          <p:cNvSpPr txBox="1"/>
          <p:nvPr/>
        </p:nvSpPr>
        <p:spPr>
          <a:xfrm>
            <a:off x="370115" y="903514"/>
            <a:ext cx="11005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上述方案，全部是基于</a:t>
            </a:r>
            <a:r>
              <a:rPr lang="en-US" altLang="zh-CN" dirty="0" err="1"/>
              <a:t>DotNet</a:t>
            </a:r>
            <a:r>
              <a:rPr lang="zh-CN" altLang="en-US" dirty="0"/>
              <a:t>，使用</a:t>
            </a:r>
            <a:r>
              <a:rPr lang="en-US" altLang="zh-CN" dirty="0"/>
              <a:t>C#</a:t>
            </a:r>
            <a:r>
              <a:rPr lang="zh-CN" altLang="en-US" dirty="0"/>
              <a:t>语言构建跨平台客户端。</a:t>
            </a:r>
            <a:endParaRPr lang="en-US" altLang="zh-CN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4E65535-809F-919F-F013-296441A4A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58384"/>
              </p:ext>
            </p:extLst>
          </p:nvPr>
        </p:nvGraphicFramePr>
        <p:xfrm>
          <a:off x="1730828" y="2435109"/>
          <a:ext cx="8560254" cy="3858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418">
                  <a:extLst>
                    <a:ext uri="{9D8B030D-6E8A-4147-A177-3AD203B41FA5}">
                      <a16:colId xmlns:a16="http://schemas.microsoft.com/office/drawing/2014/main" val="3372118593"/>
                    </a:ext>
                  </a:extLst>
                </a:gridCol>
                <a:gridCol w="2853418">
                  <a:extLst>
                    <a:ext uri="{9D8B030D-6E8A-4147-A177-3AD203B41FA5}">
                      <a16:colId xmlns:a16="http://schemas.microsoft.com/office/drawing/2014/main" val="3860268530"/>
                    </a:ext>
                  </a:extLst>
                </a:gridCol>
                <a:gridCol w="2853418">
                  <a:extLst>
                    <a:ext uri="{9D8B030D-6E8A-4147-A177-3AD203B41FA5}">
                      <a16:colId xmlns:a16="http://schemas.microsoft.com/office/drawing/2014/main" val="188229991"/>
                    </a:ext>
                  </a:extLst>
                </a:gridCol>
              </a:tblGrid>
              <a:tr h="7494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QT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Electron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Tauri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304125"/>
                  </a:ext>
                </a:extLst>
              </a:tr>
              <a:tr h="2377999">
                <a:tc>
                  <a:txBody>
                    <a:bodyPr/>
                    <a:lstStyle/>
                    <a:p>
                      <a:r>
                        <a:rPr lang="zh-CN" altLang="en-US" dirty="0"/>
                        <a:t>优点：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提供丰富的</a:t>
                      </a:r>
                      <a:r>
                        <a:rPr lang="en-US" altLang="zh-CN" dirty="0"/>
                        <a:t>GUI</a:t>
                      </a:r>
                      <a:r>
                        <a:rPr lang="zh-CN" altLang="en-US" dirty="0"/>
                        <a:t>组件。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性能较好，资源消耗低。</a:t>
                      </a:r>
                      <a:endParaRPr lang="en-US" altLang="zh-CN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dirty="0"/>
                        <a:t>缺点：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学习难度相对较大。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开发周期相对较长。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优点：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前端开发人员上手快。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社区活跃，有大量的库和插件。</a:t>
                      </a:r>
                      <a:endParaRPr lang="en-US" altLang="zh-CN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dirty="0"/>
                        <a:t>缺点：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资源消耗多。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应用程序体积大。</a:t>
                      </a:r>
                      <a:endParaRPr lang="en-US" altLang="zh-CN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优点：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轻量级，资源消耗低。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性能较好。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应用程序体积小。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更接近原生应用程序的性能与外观。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可扩展性较强。</a:t>
                      </a:r>
                      <a:endParaRPr lang="en-US" altLang="zh-CN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dirty="0"/>
                        <a:t>缺点：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相对较新，缺乏成熟的库和插件。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学习曲线稍高。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76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582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</TotalTime>
  <Words>617</Words>
  <Application>Microsoft Office PowerPoint</Application>
  <PresentationFormat>宽屏</PresentationFormat>
  <Paragraphs>63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微软雅黑</vt:lpstr>
      <vt:lpstr>Agency FB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文超 王</dc:creator>
  <cp:lastModifiedBy>文超 王</cp:lastModifiedBy>
  <cp:revision>6</cp:revision>
  <dcterms:created xsi:type="dcterms:W3CDTF">2024-02-21T02:08:57Z</dcterms:created>
  <dcterms:modified xsi:type="dcterms:W3CDTF">2024-03-13T08:21:29Z</dcterms:modified>
</cp:coreProperties>
</file>