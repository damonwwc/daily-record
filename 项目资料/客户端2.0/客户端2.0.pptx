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382" r:id="rId2"/>
    <p:sldId id="438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hy" initials="w" lastIdx="3" clrIdx="0"/>
  <p:cmAuthor id="7" name="肖 豪" initials="肖" lastIdx="1" clrIdx="6"/>
  <p:cmAuthor id="1" name="pei" initials="p" lastIdx="1" clrIdx="0"/>
  <p:cmAuthor id="8" name="刘恒" initials="LH" lastIdx="1" clrIdx="7"/>
  <p:cmAuthor id="2" name="肖雄" initials="w" lastIdx="1" clrIdx="1"/>
  <p:cmAuthor id="3" name="win" initials="w" lastIdx="1" clrIdx="2"/>
  <p:cmAuthor id="4" name="wong huiying" initials="wh" lastIdx="1" clrIdx="4"/>
  <p:cmAuthor id="5" name="XiJiaYi" initials="X" lastIdx="2" clrIdx="5"/>
  <p:cmAuthor id="6" name="陈舒婕" initials="a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7CD"/>
    <a:srgbClr val="FF0000"/>
    <a:srgbClr val="E94709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EB965-947C-4391-B250-E279355B24C8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5DEBB-8886-413F-BD9F-A45A1E4058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A979-EDA9-4262-AF88-2D3905020A92}" type="datetime1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524"/>
            <a:ext cx="12192000" cy="68484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5C33-2320-4DA7-903C-BA21E1744910}" type="datetime1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7405" y="163830"/>
            <a:ext cx="2240915" cy="681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03B4-5A97-4F86-A344-9AB07F481C60}" type="datetime1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6478" y="271984"/>
            <a:ext cx="10214452" cy="629221"/>
          </a:xfrm>
          <a:prstGeom prst="rect">
            <a:avLst/>
          </a:prstGeom>
        </p:spPr>
        <p:txBody>
          <a:bodyPr numCol="2" anchor="ctr">
            <a:normAutofit/>
          </a:bodyPr>
          <a:lstStyle>
            <a:lvl1pPr>
              <a:defRPr sz="2600" b="1">
                <a:solidFill>
                  <a:schemeClr val="bg2">
                    <a:lumMod val="50000"/>
                  </a:schemeClr>
                </a:solidFill>
                <a:latin typeface="微软雅黑" charset="-122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582299" y="899624"/>
            <a:ext cx="526774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1 佳都LOGO-橙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17405" y="163830"/>
            <a:ext cx="2240915" cy="6819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3"/>
          <a:stretch>
            <a:fillRect/>
          </a:stretch>
        </p:blipFill>
        <p:spPr>
          <a:xfrm>
            <a:off x="1" y="0"/>
            <a:ext cx="12176582" cy="68576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59" y="2096921"/>
            <a:ext cx="3963305" cy="952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30" y="3231675"/>
            <a:ext cx="3360970" cy="95277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A17-AF3E-4B09-BBE5-77BC15FF6E22}" type="datetime1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8540" y="50805"/>
            <a:ext cx="8696639" cy="60875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11474027" y="6502400"/>
            <a:ext cx="623147" cy="255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6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No.</a:t>
            </a:r>
            <a:fld id="{DC950FDE-D928-4010-A2DE-2B6E8842C07D}" type="slidenum">
              <a:rPr lang="en-US" altLang="zh-CN" sz="106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‹#›</a:t>
            </a:fld>
            <a:endParaRPr lang="en-US" altLang="zh-CN" sz="106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8" cstate="screen"/>
          <a:srcRect l="-16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F44C3-F404-41C0-BCB1-43B39662AEEF}" type="datetime1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228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87A54A-0AC8-5C97-FB80-CAFCCC3A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F46D67-7037-A1E5-A339-878C4274248E}"/>
              </a:ext>
            </a:extLst>
          </p:cNvPr>
          <p:cNvSpPr txBox="1"/>
          <p:nvPr/>
        </p:nvSpPr>
        <p:spPr>
          <a:xfrm>
            <a:off x="6304344" y="943611"/>
            <a:ext cx="5069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客户端</a:t>
            </a:r>
            <a:r>
              <a:rPr lang="en-US" altLang="zh-CN" dirty="0"/>
              <a:t>1.0</a:t>
            </a:r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、客户端相对臃肿，各种业务功能堆积在一起。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、用户无法进行多业务协同工作。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、功能划分不清晰，监控、后台管理等功能在一个客户端内。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、扩展性差，嵌入外部软件能力弱。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A529EF-411D-F60C-4642-314AB316C261}"/>
              </a:ext>
            </a:extLst>
          </p:cNvPr>
          <p:cNvSpPr txBox="1"/>
          <p:nvPr/>
        </p:nvSpPr>
        <p:spPr>
          <a:xfrm>
            <a:off x="6304344" y="3972548"/>
            <a:ext cx="5197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客户端</a:t>
            </a:r>
            <a:r>
              <a:rPr lang="en-US" altLang="zh-CN" dirty="0"/>
              <a:t>2.0</a:t>
            </a:r>
            <a:r>
              <a:rPr lang="zh-CN" altLang="en-US" dirty="0"/>
              <a:t>优化：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、多进程开发，提升客户端稳定性。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、简化客户端交互，可多屏协同工作。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、便于外部应用嵌入。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、业务模块可独立部署。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、考虑与低代码平台融合。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3824A2-2FBC-3F84-5393-8F0A9F430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52" y="3537832"/>
            <a:ext cx="4146314" cy="26237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24EF72C-A98D-419D-C3BF-4E68BD6B1DF8}"/>
              </a:ext>
            </a:extLst>
          </p:cNvPr>
          <p:cNvSpPr txBox="1"/>
          <p:nvPr/>
        </p:nvSpPr>
        <p:spPr>
          <a:xfrm>
            <a:off x="2334223" y="6117547"/>
            <a:ext cx="190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客户端</a:t>
            </a:r>
            <a:r>
              <a:rPr lang="en-US" altLang="zh-CN" sz="1200" dirty="0"/>
              <a:t>2.0</a:t>
            </a:r>
            <a:r>
              <a:rPr lang="zh-CN" altLang="en-US" sz="1200" dirty="0"/>
              <a:t>概念图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275393-C2D9-4C44-B84C-1BF00BFD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52" y="680905"/>
            <a:ext cx="4146314" cy="233806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9CAD3D6-A0DF-C1E0-DBE9-EA539B2CDDA0}"/>
              </a:ext>
            </a:extLst>
          </p:cNvPr>
          <p:cNvSpPr txBox="1"/>
          <p:nvPr/>
        </p:nvSpPr>
        <p:spPr>
          <a:xfrm>
            <a:off x="2585005" y="3084556"/>
            <a:ext cx="1126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客户端</a:t>
            </a:r>
            <a:r>
              <a:rPr lang="en-US" altLang="zh-CN" sz="1200" dirty="0"/>
              <a:t>1.0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54169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3DF375-A4AC-4B30-4E3C-D4CF3608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No. </a:t>
            </a:r>
            <a:fld id="{9FDDD2E9-4015-49FB-A5F1-7C71430E86C6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32C388-68C0-13F3-4175-9C4C9791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82" y="2202721"/>
            <a:ext cx="7447283" cy="3835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021E51-5626-9AD5-5709-B24B49CE0631}"/>
              </a:ext>
            </a:extLst>
          </p:cNvPr>
          <p:cNvSpPr txBox="1"/>
          <p:nvPr/>
        </p:nvSpPr>
        <p:spPr>
          <a:xfrm>
            <a:off x="524718" y="819554"/>
            <a:ext cx="1131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采用多进程开发，将业务应用模块化，创建客户端服务，使不同业务应用建立连接， 通过制定统一的通信信息标准，实现与外部应用之间的交互。与低代码平台结合，可快速创建用户自定义业务模块。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66CE6D-B9EF-613B-A25F-39F8D817545E}"/>
              </a:ext>
            </a:extLst>
          </p:cNvPr>
          <p:cNvSpPr txBox="1"/>
          <p:nvPr/>
        </p:nvSpPr>
        <p:spPr>
          <a:xfrm>
            <a:off x="434339" y="323165"/>
            <a:ext cx="8176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客户端</a:t>
            </a:r>
            <a:r>
              <a:rPr lang="en-US" altLang="zh-CN" sz="2400" dirty="0"/>
              <a:t>2.0</a:t>
            </a:r>
            <a:r>
              <a:rPr lang="zh-CN" altLang="en-US" sz="2400" dirty="0"/>
              <a:t>功能架构</a:t>
            </a:r>
          </a:p>
        </p:txBody>
      </p:sp>
    </p:spTree>
    <p:extLst>
      <p:ext uri="{BB962C8B-B14F-4D97-AF65-F5344CB8AC3E}">
        <p14:creationId xmlns:p14="http://schemas.microsoft.com/office/powerpoint/2010/main" val="67404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175</Words>
  <Application>Microsoft Office PowerPoint</Application>
  <PresentationFormat>宽屏</PresentationFormat>
  <Paragraphs>17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Panadoll Kwok</dc:creator>
  <cp:lastModifiedBy>王 文超</cp:lastModifiedBy>
  <cp:revision>1226</cp:revision>
  <dcterms:created xsi:type="dcterms:W3CDTF">2023-02-15T11:42:19Z</dcterms:created>
  <dcterms:modified xsi:type="dcterms:W3CDTF">2023-05-22T09:26:01Z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B38F3428A7DF0BCA01E0D963E7A123AB</vt:lpwstr>
  </property>
  <property fmtid="{D5CDD505-2E9C-101B-9397-08002B2CF9AE}" pid="3" name="KSOProductBuildVer">
    <vt:lpwstr>2052-5.1.1.7676</vt:lpwstr>
  </property>
</Properties>
</file>